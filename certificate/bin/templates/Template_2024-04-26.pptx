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embeddedFontLst>
    <p:embeddedFont>
      <p:font typeface="Play"/>
      <p:regular r:id="rId6"/>
      <p:bold r:id="rId7"/>
    </p:embeddedFont>
    <p:embeddedFont>
      <p:font typeface="Robot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hZwavyI9mfleJ+t1UQ1h1SBi/m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12" Type="http://customschemas.google.com/relationships/presentationmetadata" Target="metadata"/><Relationship Id="rId9" Type="http://schemas.openxmlformats.org/officeDocument/2006/relationships/font" Target="fonts/Roboto-bold.fntdata"/><Relationship Id="rId5" Type="http://schemas.openxmlformats.org/officeDocument/2006/relationships/slide" Target="slides/slide1.xml"/><Relationship Id="rId6" Type="http://schemas.openxmlformats.org/officeDocument/2006/relationships/font" Target="fonts/Play-regular.fntdata"/><Relationship Id="rId7" Type="http://schemas.openxmlformats.org/officeDocument/2006/relationships/font" Target="fonts/Play-bold.fntdata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2000">
                <a:schemeClr val="accent1"/>
              </a:gs>
              <a:gs pos="78000">
                <a:srgbClr val="0A3041"/>
              </a:gs>
              <a:gs pos="100000">
                <a:srgbClr val="000000">
                  <a:alpha val="84705"/>
                </a:srgbClr>
              </a:gs>
            </a:gsLst>
            <a:lin ang="18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rgbClr val="43AFE2">
                  <a:alpha val="29803"/>
                </a:srgbClr>
              </a:gs>
              <a:gs pos="100000">
                <a:srgbClr val="000000">
                  <a:alpha val="43921"/>
                </a:srgbClr>
              </a:gs>
            </a:gsLst>
            <a:lin ang="4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 flipH="1" rot="5400000">
            <a:off x="4063179" y="-33131"/>
            <a:ext cx="6857999" cy="6923403"/>
          </a:xfrm>
          <a:prstGeom prst="rect">
            <a:avLst/>
          </a:prstGeom>
          <a:gradFill>
            <a:gsLst>
              <a:gs pos="0">
                <a:srgbClr val="43AFE2">
                  <a:alpha val="0"/>
                </a:srgbClr>
              </a:gs>
              <a:gs pos="56000">
                <a:srgbClr val="43AFE2">
                  <a:alpha val="0"/>
                </a:srgb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ertificate of completion with black text&#10;&#10;Description automatically generated"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091" y="416144"/>
            <a:ext cx="11561819" cy="6024852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9" name="Google Shape;89;p1"/>
          <p:cNvSpPr/>
          <p:nvPr/>
        </p:nvSpPr>
        <p:spPr>
          <a:xfrm>
            <a:off x="3904735" y="3126258"/>
            <a:ext cx="4429968" cy="84665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09294" y="571029"/>
            <a:ext cx="10573500" cy="116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7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Certificate of Completion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809300" y="1969802"/>
            <a:ext cx="10573500" cy="83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certificate is awarded to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839446" y="3567447"/>
            <a:ext cx="10513200" cy="147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successfully completing the Marine Biodiversity Data Mobilization</a:t>
            </a:r>
            <a:endParaRPr sz="22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Workshop</a:t>
            </a:r>
            <a:r>
              <a:rPr lang="en-US"/>
              <a:t>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April 22-2</a:t>
            </a:r>
            <a:r>
              <a:rPr lang="en-US" sz="2200">
                <a:solidFill>
                  <a:schemeClr val="dk1"/>
                </a:solidFill>
              </a:rPr>
              <a:t>3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2024.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0112" y="2574853"/>
            <a:ext cx="10711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Abigail Mary Moore</a:t>
            </a:r>
            <a:endParaRPr sz="3800">
              <a:solidFill>
                <a:srgbClr val="202124"/>
              </a:solidFill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315200" y="5794500"/>
            <a:ext cx="11561700" cy="64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95" name="Google Shape;95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525" y="5667700"/>
            <a:ext cx="11397048" cy="64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26125" y="4190750"/>
            <a:ext cx="1169700" cy="11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"/>
          <p:cNvSpPr txBox="1"/>
          <p:nvPr/>
        </p:nvSpPr>
        <p:spPr>
          <a:xfrm>
            <a:off x="9831975" y="5235100"/>
            <a:ext cx="175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Roboto"/>
                <a:ea typeface="Roboto"/>
                <a:cs typeface="Roboto"/>
                <a:sym typeface="Roboto"/>
              </a:rPr>
              <a:t>workshop DOI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2024-04-26T21:00:08Z</dcterms:created>
  <dc:creator>Laura Brenskelle</dc:creator>
</cp:coreProperties>
</file>